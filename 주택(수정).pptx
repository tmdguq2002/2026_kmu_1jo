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305" r:id="rId3"/>
    <p:sldId id="304" r:id="rId4"/>
    <p:sldId id="294" r:id="rId5"/>
    <p:sldId id="295" r:id="rId6"/>
    <p:sldId id="296" r:id="rId7"/>
    <p:sldId id="301" r:id="rId8"/>
    <p:sldId id="303" r:id="rId9"/>
    <p:sldId id="300" r:id="rId10"/>
    <p:sldId id="306" r:id="rId11"/>
    <p:sldId id="297" r:id="rId12"/>
    <p:sldId id="291" r:id="rId13"/>
  </p:sldIdLst>
  <p:sldSz cx="24384000" cy="13716000"/>
  <p:notesSz cx="6858000" cy="9144000"/>
  <p:embeddedFontLst>
    <p:embeddedFont>
      <p:font typeface="Gmarket Sans Bold" panose="020B0600000101010101" charset="-127"/>
      <p:bold r:id="rId15"/>
    </p:embeddedFont>
    <p:embeddedFont>
      <p:font typeface="Gmarket Sans Medium" panose="020B0600000101010101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EC5FD-D423-4A3B-9339-179A327C1139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5BC1E-EFAD-440C-8AB4-E185F8B6E9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601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85A66-4FF0-C014-F958-C9F1B92F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F8CAF3-C034-AC2F-59E4-E61E02770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71ADB-8F14-5905-85FD-4954FF604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55326-5D4D-B7D3-6FB6-C91B7E0DE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461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E495B-8BC6-95D1-C80E-9B45A3E4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19DB97-8533-9C91-A072-B2E26940A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0BFC55-AF5B-4AC3-3EF6-BBC788E1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BA7B3E-3D64-541B-E01B-DB0075F76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16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69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249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559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A4672-98AC-E113-E9FE-EF7746AB8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4C0E0F-0F66-AEC2-0258-3252B3AD4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CD588D-093E-B954-5CB6-D8E0D6172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2A8D4-F83A-85FF-8D47-0378A3C9A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537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E68D2-9300-DFCA-47EA-DADB3994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2B1392-184F-4703-B4C7-1EB78AB59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3F3E5F-F827-A816-6018-7D591646F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8F5CE-B0C1-F30E-8E74-2913798B6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956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070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FCEE6-E689-2249-18DF-602F4E42B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E74D6D-5D15-8074-F970-DA2C57A98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A4CAF9-9FFE-205A-B1BF-7FAF15F93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AFC3E7-339E-F7CC-6326-BFFF16529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98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BC1E-EFAD-440C-8AB4-E185F8B6E9B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59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4500" y="-431800"/>
            <a:ext cx="25260300" cy="728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977900"/>
            <a:ext cx="10363200" cy="1176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700" y="2298700"/>
            <a:ext cx="9131300" cy="913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001500" y="9207500"/>
            <a:ext cx="381000" cy="596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459537" y="5616575"/>
            <a:ext cx="11452225" cy="2994025"/>
          </a:xfrm>
          <a:prstGeom prst="rect">
            <a:avLst/>
          </a:prstGeom>
        </p:spPr>
        <p:txBody>
          <a:bodyPr lIns="0" tIns="152396" rIns="0" bIns="0" rtlCol="0" anchor="t"/>
          <a:lstStyle/>
          <a:p>
            <a:pPr algn="ctr"/>
            <a:r>
              <a:rPr lang="en-US" altLang="ko-KR" sz="8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Kaggle House Prices</a:t>
            </a:r>
            <a:endParaRPr lang="en-US" altLang="ko-KR" sz="8800" dirty="0"/>
          </a:p>
          <a:p>
            <a:pPr lvl="0" algn="ctr">
              <a:lnSpc>
                <a:spcPct val="99600"/>
              </a:lnSpc>
            </a:pPr>
            <a:r>
              <a:rPr lang="ko-KR" altLang="en-US" sz="8800" cap="all" spc="-400" dirty="0">
                <a:latin typeface="Gmarket Sans Bold"/>
                <a:ea typeface="Gmarket Sans Bold"/>
                <a:cs typeface="Gmarket Sans Bold"/>
              </a:rPr>
              <a:t>주택 가격 예측</a:t>
            </a:r>
            <a:endParaRPr lang="en-US" sz="8800" b="0" i="0" u="none" strike="noStrike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44200" y="13087351"/>
            <a:ext cx="13919200" cy="161924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algn="ctr">
              <a:lnSpc>
                <a:spcPct val="99600"/>
              </a:lnSpc>
            </a:pPr>
            <a:r>
              <a:rPr lang="en-US" altLang="ko-KR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AI</a:t>
            </a:r>
            <a:r>
              <a:rPr lang="ko-KR" altLang="en-US" sz="3200" b="0" i="0" u="none" strike="noStrike" cap="all" dirty="0" err="1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빅데이터학과</a:t>
            </a:r>
            <a:r>
              <a:rPr lang="ko-KR" altLang="en-US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ko-KR" altLang="en-US" sz="3200" b="0" i="0" u="none" strike="noStrike" cap="all" dirty="0" err="1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문일환</a:t>
            </a:r>
            <a:r>
              <a:rPr lang="en-US" altLang="ko-KR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, </a:t>
            </a:r>
            <a:r>
              <a:rPr lang="ko-KR" altLang="en-US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김창희</a:t>
            </a:r>
            <a:r>
              <a:rPr lang="en-US" altLang="ko-KR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, </a:t>
            </a:r>
            <a:r>
              <a:rPr lang="ko-KR" altLang="en-US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장대로</a:t>
            </a:r>
            <a:r>
              <a:rPr lang="en-US" altLang="ko-KR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, </a:t>
            </a:r>
            <a:r>
              <a:rPr lang="ko-KR" altLang="en-US" sz="3200" b="0" i="0" u="none" strike="noStrike" cap="all" dirty="0" err="1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박강한</a:t>
            </a:r>
            <a:r>
              <a:rPr lang="en-US" altLang="ko-KR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, </a:t>
            </a:r>
            <a:r>
              <a:rPr lang="ko-KR" altLang="en-US" sz="3200" b="0" i="0" u="none" strike="noStrike" cap="all" dirty="0" err="1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이연준</a:t>
            </a:r>
            <a:r>
              <a:rPr lang="en-US" altLang="ko-KR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, </a:t>
            </a:r>
            <a:r>
              <a:rPr lang="ko-KR" altLang="en-US" sz="3200" b="0" i="0" u="none" strike="noStrike" cap="all" dirty="0" err="1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황현호</a:t>
            </a:r>
            <a:r>
              <a:rPr lang="en-US" altLang="ko-KR" sz="3200" b="0" i="0" u="none" strike="noStrike" cap="all" dirty="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, </a:t>
            </a:r>
            <a:r>
              <a:rPr lang="ko-KR" altLang="en-US" sz="3200" b="0" i="0" u="none" strike="noStrike" cap="all" dirty="0" err="1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권승협</a:t>
            </a:r>
            <a:endParaRPr lang="en-US" sz="3200" b="0" i="0" u="none" strike="noStrike" cap="all" dirty="0">
              <a:solidFill>
                <a:srgbClr val="000000"/>
              </a:solidFill>
              <a:latin typeface="Gmarket Sans Medium"/>
              <a:ea typeface="Gmarket Sans Medium"/>
              <a:cs typeface="Gmarket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8A1B6-7636-6171-738E-6B2268E4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9B93E20A-3745-81FC-6436-6179AD7E8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pic>
        <p:nvPicPr>
          <p:cNvPr id="3" name="Picture 23">
            <a:extLst>
              <a:ext uri="{FF2B5EF4-FFF2-40B4-BE49-F238E27FC236}">
                <a16:creationId xmlns:a16="http://schemas.microsoft.com/office/drawing/2014/main" id="{3241CCAF-5EC3-FC59-A26D-176240ABA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701" y="533400"/>
            <a:ext cx="13411200" cy="1336150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A6D2363C-5B92-8362-E69A-A312A8E50C4F}"/>
              </a:ext>
            </a:extLst>
          </p:cNvPr>
          <p:cNvSpPr txBox="1"/>
          <p:nvPr/>
        </p:nvSpPr>
        <p:spPr>
          <a:xfrm>
            <a:off x="5679098" y="805399"/>
            <a:ext cx="12761301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2" name="TextBox 28">
            <a:extLst>
              <a:ext uri="{FF2B5EF4-FFF2-40B4-BE49-F238E27FC236}">
                <a16:creationId xmlns:a16="http://schemas.microsoft.com/office/drawing/2014/main" id="{AFDD13B4-C19D-9B99-1911-5944F0D8EA49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ko-KR" altLang="en-US" sz="6000" cap="all" spc="-400" dirty="0">
                <a:latin typeface="Gmarket Sans Bold"/>
                <a:ea typeface="Gmarket Sans Bold"/>
                <a:cs typeface="Gmarket Sans Bold"/>
              </a:rPr>
              <a:t>비즈니스 포인트</a:t>
            </a: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B3C395-7712-C0A4-F519-959479B12E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146" y="3162300"/>
            <a:ext cx="21793707" cy="739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32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684DF-AB10-B009-473E-0AC66E2D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50DD19B2-E3D1-7011-AD43-5FC8C09D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pic>
        <p:nvPicPr>
          <p:cNvPr id="3" name="Picture 23">
            <a:extLst>
              <a:ext uri="{FF2B5EF4-FFF2-40B4-BE49-F238E27FC236}">
                <a16:creationId xmlns:a16="http://schemas.microsoft.com/office/drawing/2014/main" id="{DBB08374-49C4-0318-7A2D-958FCFB40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701" y="533400"/>
            <a:ext cx="13411200" cy="1336150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9140AEC8-8CD2-074A-5222-5CDBFDF34D0C}"/>
              </a:ext>
            </a:extLst>
          </p:cNvPr>
          <p:cNvSpPr txBox="1"/>
          <p:nvPr/>
        </p:nvSpPr>
        <p:spPr>
          <a:xfrm>
            <a:off x="5679098" y="805399"/>
            <a:ext cx="12761301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2" name="TextBox 28">
            <a:extLst>
              <a:ext uri="{FF2B5EF4-FFF2-40B4-BE49-F238E27FC236}">
                <a16:creationId xmlns:a16="http://schemas.microsoft.com/office/drawing/2014/main" id="{75A7D175-89BE-68B8-386C-4A7DB1C9D817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ko-KR" altLang="en-US" sz="6000" cap="all" spc="-400" dirty="0">
                <a:latin typeface="Gmarket Sans Bold"/>
                <a:ea typeface="Gmarket Sans Bold"/>
                <a:cs typeface="Gmarket Sans Bold"/>
              </a:rPr>
              <a:t>프로젝트 개요 및 목표</a:t>
            </a: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4D44B3-2509-D878-5566-7C0EBC4A38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50778"/>
            <a:ext cx="21793200" cy="938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8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1C6ED-10EE-3847-40D3-4A3A06095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A864381A-042E-7DB1-7E9A-467D6EE24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pic>
        <p:nvPicPr>
          <p:cNvPr id="9" name="Picture 23">
            <a:extLst>
              <a:ext uri="{FF2B5EF4-FFF2-40B4-BE49-F238E27FC236}">
                <a16:creationId xmlns:a16="http://schemas.microsoft.com/office/drawing/2014/main" id="{436F0FC7-477C-862D-591F-DBCFDE4E3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701" y="533400"/>
            <a:ext cx="13411200" cy="133615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1F62302F-D54E-864C-78C9-2678CE8A6A64}"/>
              </a:ext>
            </a:extLst>
          </p:cNvPr>
          <p:cNvSpPr txBox="1"/>
          <p:nvPr/>
        </p:nvSpPr>
        <p:spPr>
          <a:xfrm>
            <a:off x="5679098" y="805399"/>
            <a:ext cx="12761301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7C3BA233-B2D7-F064-592F-1896A4BFD265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en-US" altLang="ko-KR" sz="6000" cap="all" spc="-400" dirty="0">
                <a:latin typeface="Gmarket Sans Bold"/>
                <a:ea typeface="Gmarket Sans Bold"/>
                <a:cs typeface="Gmarket Sans Bold"/>
              </a:rPr>
              <a:t>EDA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0DCB11-94EC-40F4-5DF0-3347936D90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97" y="2514600"/>
            <a:ext cx="22093206" cy="947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84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01CA1-2642-68A1-5DC0-3EBE542D1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57EE3C59-9382-5E3C-4752-4C5E0BE5A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pic>
        <p:nvPicPr>
          <p:cNvPr id="7" name="Picture 23">
            <a:extLst>
              <a:ext uri="{FF2B5EF4-FFF2-40B4-BE49-F238E27FC236}">
                <a16:creationId xmlns:a16="http://schemas.microsoft.com/office/drawing/2014/main" id="{FFBCF040-3125-C238-DE8D-EA9B415C5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506675"/>
            <a:ext cx="13411200" cy="133615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5983F4D5-F277-02B4-9EE8-72DBB96BF75D}"/>
              </a:ext>
            </a:extLst>
          </p:cNvPr>
          <p:cNvSpPr txBox="1"/>
          <p:nvPr/>
        </p:nvSpPr>
        <p:spPr>
          <a:xfrm>
            <a:off x="4419600" y="778674"/>
            <a:ext cx="15011400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8FA9B4-5ECA-9C54-BA30-C631ECCF33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2362200"/>
            <a:ext cx="22783800" cy="9630938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BE9FD390-2B78-D331-4705-B2EF605E8A24}"/>
              </a:ext>
            </a:extLst>
          </p:cNvPr>
          <p:cNvSpPr txBox="1"/>
          <p:nvPr/>
        </p:nvSpPr>
        <p:spPr>
          <a:xfrm>
            <a:off x="5679098" y="805399"/>
            <a:ext cx="12761301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164F44A2-830A-1973-688B-1F484F370F53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en-US" altLang="ko-KR" sz="6000" cap="all" spc="-400" dirty="0">
                <a:latin typeface="Gmarket Sans Bold"/>
                <a:ea typeface="Gmarket Sans Bold"/>
                <a:cs typeface="Gmarket Sans Bold"/>
              </a:rPr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1560291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1B1AE-5BC0-F3A1-068A-07ADFBD0F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5ABAF6F4-BA80-02B5-CF69-CCAB123D7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4F702A99-BC94-8C36-5EA0-6A785094E693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A2E5EC-02C1-A4D3-3FCA-32E1C4B24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39" y="3048000"/>
            <a:ext cx="22440721" cy="7620000"/>
          </a:xfrm>
          <a:prstGeom prst="rect">
            <a:avLst/>
          </a:prstGeom>
        </p:spPr>
      </p:pic>
      <p:pic>
        <p:nvPicPr>
          <p:cNvPr id="6" name="Picture 23">
            <a:extLst>
              <a:ext uri="{FF2B5EF4-FFF2-40B4-BE49-F238E27FC236}">
                <a16:creationId xmlns:a16="http://schemas.microsoft.com/office/drawing/2014/main" id="{F013E214-7B16-B8FD-505E-999571013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659075"/>
            <a:ext cx="13411200" cy="133615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6471DC77-B5DB-AB60-BC9D-786A3D2B3099}"/>
              </a:ext>
            </a:extLst>
          </p:cNvPr>
          <p:cNvSpPr txBox="1"/>
          <p:nvPr/>
        </p:nvSpPr>
        <p:spPr>
          <a:xfrm>
            <a:off x="4572000" y="931074"/>
            <a:ext cx="15011400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900A065D-8E66-8D94-EE70-FB7820CBA340}"/>
              </a:ext>
            </a:extLst>
          </p:cNvPr>
          <p:cNvSpPr txBox="1"/>
          <p:nvPr/>
        </p:nvSpPr>
        <p:spPr>
          <a:xfrm>
            <a:off x="5831498" y="957799"/>
            <a:ext cx="12761301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B0DD4F5B-F262-0E50-2607-E758384F4A7D}"/>
              </a:ext>
            </a:extLst>
          </p:cNvPr>
          <p:cNvSpPr txBox="1"/>
          <p:nvPr/>
        </p:nvSpPr>
        <p:spPr>
          <a:xfrm>
            <a:off x="6795792" y="9310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ko-KR" altLang="en-US" sz="6000" cap="all" spc="-400" dirty="0">
                <a:latin typeface="Gmarket Sans Bold"/>
                <a:ea typeface="Gmarket Sans Bold"/>
                <a:cs typeface="Gmarket Sans Bold"/>
              </a:rPr>
              <a:t>피처 엔지니어링</a:t>
            </a: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D1613D4-6F18-D6A1-49A2-27A7FD7F6F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8" y="11687645"/>
            <a:ext cx="24384000" cy="96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0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69A6E-0B4D-6401-DAD4-4E77A99D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4B069AC8-9D4A-E2B4-C192-6C58588EA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0ACC9589-444D-A45C-E169-EA4A64EA5966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6" name="Picture 23">
            <a:extLst>
              <a:ext uri="{FF2B5EF4-FFF2-40B4-BE49-F238E27FC236}">
                <a16:creationId xmlns:a16="http://schemas.microsoft.com/office/drawing/2014/main" id="{03A81915-E7B4-68BC-94C4-0241A9CE3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659075"/>
            <a:ext cx="13411200" cy="133615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76FBC8B5-E6B0-BA99-B0DC-69AD40D5D25F}"/>
              </a:ext>
            </a:extLst>
          </p:cNvPr>
          <p:cNvSpPr txBox="1"/>
          <p:nvPr/>
        </p:nvSpPr>
        <p:spPr>
          <a:xfrm>
            <a:off x="4572000" y="931074"/>
            <a:ext cx="15011400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B3017798-46C0-4044-E78C-860164724F13}"/>
              </a:ext>
            </a:extLst>
          </p:cNvPr>
          <p:cNvSpPr txBox="1"/>
          <p:nvPr/>
        </p:nvSpPr>
        <p:spPr>
          <a:xfrm>
            <a:off x="5831498" y="957799"/>
            <a:ext cx="12761301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DF210E81-6EA5-D8B2-E6E9-B111A899182A}"/>
              </a:ext>
            </a:extLst>
          </p:cNvPr>
          <p:cNvSpPr txBox="1"/>
          <p:nvPr/>
        </p:nvSpPr>
        <p:spPr>
          <a:xfrm>
            <a:off x="5791201" y="931074"/>
            <a:ext cx="12761301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ko-KR" altLang="en-US" sz="6000" cap="all" spc="-400" dirty="0">
                <a:latin typeface="Gmarket Sans Bold"/>
                <a:ea typeface="Gmarket Sans Bold"/>
                <a:cs typeface="Gmarket Sans Bold"/>
              </a:rPr>
              <a:t>모델링</a:t>
            </a:r>
            <a:r>
              <a:rPr lang="en-US" altLang="ko-KR" sz="6000" cap="all" spc="-400" dirty="0">
                <a:latin typeface="Gmarket Sans Bold"/>
                <a:ea typeface="Gmarket Sans Bold"/>
                <a:cs typeface="Gmarket Sans Bold"/>
              </a:rPr>
              <a:t>, </a:t>
            </a:r>
            <a:r>
              <a:rPr lang="ko-KR" altLang="en-US" sz="6000" cap="all" spc="-400" dirty="0" err="1">
                <a:latin typeface="Gmarket Sans Bold"/>
                <a:ea typeface="Gmarket Sans Bold"/>
                <a:cs typeface="Gmarket Sans Bold"/>
              </a:rPr>
              <a:t>하이퍼파라미터</a:t>
            </a:r>
            <a:r>
              <a:rPr lang="ko-KR" altLang="en-US" sz="6000" cap="all" spc="-400" dirty="0">
                <a:latin typeface="Gmarket Sans Bold"/>
                <a:ea typeface="Gmarket Sans Bold"/>
                <a:cs typeface="Gmarket Sans Bold"/>
              </a:rPr>
              <a:t> 튜닝</a:t>
            </a:r>
            <a:r>
              <a:rPr lang="en-US" altLang="ko-KR" sz="6000" cap="all" spc="-400" dirty="0">
                <a:latin typeface="Gmarket Sans Bold"/>
                <a:ea typeface="Gmarket Sans Bold"/>
                <a:cs typeface="Gmarket Sans Bold"/>
              </a:rPr>
              <a:t>(MLFLOW)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6E223EB-F3BA-2061-379D-317DF0F602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2048454"/>
            <a:ext cx="22021800" cy="1036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24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87F826-95D5-919A-A4EF-677CB795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E489811E-6B84-07F2-7E88-9E9C5C43F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379D5E46-692E-197A-398C-F8C571CCD009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6" name="Picture 23">
            <a:extLst>
              <a:ext uri="{FF2B5EF4-FFF2-40B4-BE49-F238E27FC236}">
                <a16:creationId xmlns:a16="http://schemas.microsoft.com/office/drawing/2014/main" id="{BC91D46C-6AC5-A072-6C6C-0B75F8EF2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659075"/>
            <a:ext cx="13411200" cy="133615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48C9A209-ECA2-2030-54E4-4A2610CFACBE}"/>
              </a:ext>
            </a:extLst>
          </p:cNvPr>
          <p:cNvSpPr txBox="1"/>
          <p:nvPr/>
        </p:nvSpPr>
        <p:spPr>
          <a:xfrm>
            <a:off x="4572000" y="931074"/>
            <a:ext cx="15011400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2C11B608-DA36-8369-2A8C-0C92BD98CCB6}"/>
              </a:ext>
            </a:extLst>
          </p:cNvPr>
          <p:cNvSpPr txBox="1"/>
          <p:nvPr/>
        </p:nvSpPr>
        <p:spPr>
          <a:xfrm>
            <a:off x="5831498" y="957799"/>
            <a:ext cx="12761301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CFE670F7-F59D-2A68-9BFF-296DA323388D}"/>
              </a:ext>
            </a:extLst>
          </p:cNvPr>
          <p:cNvSpPr txBox="1"/>
          <p:nvPr/>
        </p:nvSpPr>
        <p:spPr>
          <a:xfrm>
            <a:off x="5791201" y="931074"/>
            <a:ext cx="12761301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ko-KR" altLang="en-US" sz="6000" cap="all" spc="-400" dirty="0">
                <a:latin typeface="Gmarket Sans Bold"/>
                <a:ea typeface="Gmarket Sans Bold"/>
                <a:cs typeface="Gmarket Sans Bold"/>
              </a:rPr>
              <a:t>최종모델</a:t>
            </a: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BC18BB-32DB-616F-7EE6-22650B26E3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114824"/>
            <a:ext cx="18440400" cy="103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61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AFFA7-D453-1A70-A72F-AED845F9B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3365F5AA-FC58-2730-41DD-85690CA62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pic>
        <p:nvPicPr>
          <p:cNvPr id="7" name="Picture 23">
            <a:extLst>
              <a:ext uri="{FF2B5EF4-FFF2-40B4-BE49-F238E27FC236}">
                <a16:creationId xmlns:a16="http://schemas.microsoft.com/office/drawing/2014/main" id="{BE3B977F-07C8-DBC9-9EC6-8A834DAB9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506675"/>
            <a:ext cx="13411200" cy="133615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3E7A1AD4-5686-5AA4-A9CC-4971834101C8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ko-KR" altLang="en-US" sz="6000" cap="all" spc="-400" dirty="0">
                <a:latin typeface="Gmarket Sans Bold"/>
                <a:ea typeface="Gmarket Sans Bold"/>
                <a:cs typeface="Gmarket Sans Bold"/>
              </a:rPr>
              <a:t>최종 결과</a:t>
            </a: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9C8B75-B589-A985-C4A6-4FCDB159B0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114824"/>
            <a:ext cx="22326600" cy="1053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1897CC-49D7-170A-4C34-58AB94BC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502909AD-7A2D-D024-EA9A-5ACBEAC91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pic>
        <p:nvPicPr>
          <p:cNvPr id="7" name="Picture 23">
            <a:extLst>
              <a:ext uri="{FF2B5EF4-FFF2-40B4-BE49-F238E27FC236}">
                <a16:creationId xmlns:a16="http://schemas.microsoft.com/office/drawing/2014/main" id="{F74EA599-F1FC-872B-3A78-754D4A5A6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506675"/>
            <a:ext cx="13411200" cy="133615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7B7091BA-7472-0EFA-CA4A-9E359175D76A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ko-KR" altLang="en-US" sz="6000" cap="all" spc="-400" dirty="0">
                <a:latin typeface="Gmarket Sans Bold"/>
                <a:ea typeface="Gmarket Sans Bold"/>
                <a:cs typeface="Gmarket Sans Bold"/>
              </a:rPr>
              <a:t>최종 결과</a:t>
            </a:r>
            <a:r>
              <a:rPr lang="en-US" altLang="ko-KR" sz="6000" cap="all" spc="-400" dirty="0">
                <a:latin typeface="Gmarket Sans Bold"/>
                <a:ea typeface="Gmarket Sans Bold"/>
                <a:cs typeface="Gmarket Sans Bold"/>
              </a:rPr>
              <a:t>(</a:t>
            </a:r>
            <a:r>
              <a:rPr lang="en-US" altLang="ko-KR" sz="6000" cap="all" spc="-400" dirty="0" err="1">
                <a:latin typeface="Gmarket Sans Bold"/>
                <a:ea typeface="Gmarket Sans Bold"/>
                <a:cs typeface="Gmarket Sans Bold"/>
              </a:rPr>
              <a:t>shap</a:t>
            </a:r>
            <a:r>
              <a:rPr lang="en-US" altLang="ko-KR" sz="6000" cap="all" spc="-400" dirty="0">
                <a:latin typeface="Gmarket Sans Bold"/>
                <a:ea typeface="Gmarket Sans Bold"/>
                <a:cs typeface="Gmarket Sans Bold"/>
              </a:rPr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C078AC6-B74F-FFE1-1B0B-B1CB5CFBA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0927" y="2640255"/>
            <a:ext cx="14318073" cy="964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5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5FAE6-2B83-8D0B-334A-DDA61C16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F4E7621D-5442-AE09-80F8-432E162A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60300"/>
            <a:ext cx="24384000" cy="1155700"/>
          </a:xfrm>
          <a:prstGeom prst="rect">
            <a:avLst/>
          </a:prstGeom>
        </p:spPr>
      </p:pic>
      <p:pic>
        <p:nvPicPr>
          <p:cNvPr id="7" name="Picture 23">
            <a:extLst>
              <a:ext uri="{FF2B5EF4-FFF2-40B4-BE49-F238E27FC236}">
                <a16:creationId xmlns:a16="http://schemas.microsoft.com/office/drawing/2014/main" id="{290169F9-F109-E796-428E-6EC24D39B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506675"/>
            <a:ext cx="13411200" cy="133615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192384BB-E08A-C06F-D992-FF87EFEEA70C}"/>
              </a:ext>
            </a:extLst>
          </p:cNvPr>
          <p:cNvSpPr txBox="1"/>
          <p:nvPr/>
        </p:nvSpPr>
        <p:spPr>
          <a:xfrm>
            <a:off x="6643392" y="778674"/>
            <a:ext cx="11025414" cy="784751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ko-KR" altLang="en-US" sz="6000" cap="all" spc="-400" dirty="0">
                <a:latin typeface="Gmarket Sans Bold"/>
                <a:ea typeface="Gmarket Sans Bold"/>
                <a:cs typeface="Gmarket Sans Bold"/>
              </a:rPr>
              <a:t>향후계획</a:t>
            </a:r>
            <a:endParaRPr lang="en-US" altLang="ko-KR" sz="6000" cap="all" spc="-400" dirty="0"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E7AF1C-AEEC-A69E-3FD4-76C610B34A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007" y="2857500"/>
            <a:ext cx="17083986" cy="80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48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4500" y="6858000"/>
            <a:ext cx="25260300" cy="728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977900"/>
            <a:ext cx="10363200" cy="11760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700" y="2298700"/>
            <a:ext cx="9131300" cy="913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001500" y="9207500"/>
            <a:ext cx="381000" cy="596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166100" y="5038725"/>
            <a:ext cx="8064500" cy="3657600"/>
          </a:xfrm>
          <a:prstGeom prst="rect">
            <a:avLst/>
          </a:prstGeom>
        </p:spPr>
        <p:txBody>
          <a:bodyPr lIns="0" tIns="304792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11999" b="0" i="0" u="none" strike="noStrike" cap="all" spc="-400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thank</a:t>
            </a:r>
          </a:p>
          <a:p>
            <a:pPr lvl="0" algn="ctr">
              <a:lnSpc>
                <a:spcPct val="83000"/>
              </a:lnSpc>
            </a:pPr>
            <a:r>
              <a:rPr lang="en-US" sz="11999" b="0" i="0" u="none" strike="noStrike" cap="all" spc="-400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59</Words>
  <Application>Microsoft Office PowerPoint</Application>
  <PresentationFormat>사용자 지정</PresentationFormat>
  <Paragraphs>25</Paragraphs>
  <Slides>12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Arial</vt:lpstr>
      <vt:lpstr>맑은 고딕</vt:lpstr>
      <vt:lpstr>Gmarket Sans Bold</vt:lpstr>
      <vt:lpstr>Calibri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kwonsh</cp:lastModifiedBy>
  <cp:revision>44</cp:revision>
  <dcterms:created xsi:type="dcterms:W3CDTF">2006-08-16T00:00:00Z</dcterms:created>
  <dcterms:modified xsi:type="dcterms:W3CDTF">2026-05-15T15:11:30Z</dcterms:modified>
</cp:coreProperties>
</file>